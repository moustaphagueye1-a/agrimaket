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9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8638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7863840" cy="566928"/>
          </a:xfrm>
          <a:prstGeom prst="rect">
            <a:avLst/>
          </a:prstGeom>
          <a:solidFill>
            <a:srgbClr val="F2F4F8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DU SINE SALOUM EL-HÂDJ IBRAHIMA NIASS — USSEIN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97280" y="1170432"/>
            <a:ext cx="694944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Terroir Local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E-Commerce — Application Web avec Django, MongoDB et Docker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852928"/>
            <a:ext cx="694944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 &amp;   GAYE Ndeye Fary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AGROTIC   |   Encadrant : M. DIOP   |   Année 2024 –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Projet — AGROTIC — USSEIN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88289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&amp;  GAYE Ndeye Fary   |   AGROTIC - USSEIN   |   Encadrant : M. DIOP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0" y="4882896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4160520" cy="603504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4864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097280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Contexte et objectifs du projet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41605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10512"/>
            <a:ext cx="54864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81051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Architecture technique (Docker Compose)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4160520" cy="603504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54864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523744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Modélisation de la base de données MongoDB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41605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36976"/>
            <a:ext cx="54864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23697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Développement de l'application Django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50208"/>
            <a:ext cx="4160520" cy="603504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50208"/>
            <a:ext cx="54864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95020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Synchronisation Admin Django et MongoDB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097280"/>
            <a:ext cx="41605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097280"/>
            <a:ext cx="54864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097280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Interface utilisateur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810512"/>
            <a:ext cx="4160520" cy="603504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810512"/>
            <a:ext cx="54864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181051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Tests et résultats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523744"/>
            <a:ext cx="41605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523744"/>
            <a:ext cx="54864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523744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Difficultés rencontrées et solutions apportées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236976"/>
            <a:ext cx="4160520" cy="603504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236976"/>
            <a:ext cx="54864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323697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Conclusion et perspectives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Présentation du Projet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88289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&amp;  GAYE Ndeye Fary   |   AGROTIC - USSEIN   |   Encadrant : M. DIOP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0" y="4882896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54864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78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42646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site e-commerce pour la vente en ligne de produits locaux agricoles sénégalais, avec un catalogue de 15 produits aux attributs hétérogènes selon leur catégorie.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8412480" cy="27432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21408"/>
            <a:ext cx="54864" cy="2578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214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pédagogiques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450592"/>
            <a:ext cx="384048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5059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" y="2450592"/>
            <a:ext cx="7845552" cy="34747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450592"/>
            <a:ext cx="7662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un catalogue produit flexible (attributs variables selon la catégorie) avec MongoDB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843784"/>
            <a:ext cx="384048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4378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" y="2843784"/>
            <a:ext cx="7845552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2843784"/>
            <a:ext cx="7662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un panier d'achats côté client et enregistrer les commandes en base de données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236976"/>
            <a:ext cx="384048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369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" y="3236976"/>
            <a:ext cx="7845552" cy="34747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3236976"/>
            <a:ext cx="7662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des requêtes d'agrégation MongoDB : CA par catégorie, rupture de stock, historique client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30168"/>
            <a:ext cx="384048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301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2688" y="3630168"/>
            <a:ext cx="7845552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3630168"/>
            <a:ext cx="7662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interface graphique de type mini-site e-commerce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384048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2336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2688" y="4023360"/>
            <a:ext cx="7845552" cy="34747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" y="4023360"/>
            <a:ext cx="7662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Synchroniser l'administration Django (SQLite) avec la base MongoDB via les signals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416552"/>
            <a:ext cx="384048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1655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32688" y="4416552"/>
            <a:ext cx="7845552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4416552"/>
            <a:ext cx="7662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la conteneurisation avec Docker Compose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Architecture Technique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212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D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3 services interconnectes via reseau interne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88289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&amp;  GAYE Ndeye Fary   |   AGROTIC - USSEIN   |   Encadrant : M. DIOP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0" y="4882896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146304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1556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115568"/>
            <a:ext cx="21031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1115568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1115568"/>
            <a:ext cx="9144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1115568"/>
            <a:ext cx="768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115568"/>
            <a:ext cx="425196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115568"/>
            <a:ext cx="4105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527048"/>
            <a:ext cx="146304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527048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1527048"/>
            <a:ext cx="210312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1527048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4.2 / Python 3.11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31920" y="1527048"/>
            <a:ext cx="91440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1527048"/>
            <a:ext cx="768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527048"/>
            <a:ext cx="425196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527048"/>
            <a:ext cx="4105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vues, administration, session Django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002536"/>
            <a:ext cx="14630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002536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0" y="2002536"/>
            <a:ext cx="21031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01952" y="2002536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6.0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931920" y="2002536"/>
            <a:ext cx="9144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2002536"/>
            <a:ext cx="768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27017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002536"/>
            <a:ext cx="42519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002536"/>
            <a:ext cx="4105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NoSQL : collections produits et commandes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2478024"/>
            <a:ext cx="146304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478024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mongo-express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0" y="2478024"/>
            <a:ext cx="210312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01952" y="2478024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Express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931920" y="2478024"/>
            <a:ext cx="91440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05072" y="2478024"/>
            <a:ext cx="768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2478024"/>
            <a:ext cx="425196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2478024"/>
            <a:ext cx="4105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d'administration visuelle de MongoDB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108960"/>
            <a:ext cx="8412480" cy="658368"/>
          </a:xfrm>
          <a:prstGeom prst="rect">
            <a:avLst/>
          </a:prstGeom>
          <a:solidFill>
            <a:srgbClr val="F2F4F8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108960"/>
            <a:ext cx="54864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108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MongoDB : </a:t>
            </a: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mongodb://mongo:27017/terroir_sn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"mongo" designe le nom du service Docker — reseau interne, pas une adresse externe.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858768"/>
            <a:ext cx="84124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8587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Navigateur  --&gt;  web:8000 (Django)  --&gt;  mongo:27017 (MongoDB)      /      mongo-express:8081  --&gt;  mongo:27017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Modélisation de la Base de Données MongoDB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212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D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collections — schema flexible oriente documents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88289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&amp;  GAYE Ndeye Fary   |   AGROTIC - USSEIN   |   Encadrant : M. DIOP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0" y="4882896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« produits 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411480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4475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444752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Entier — cle de jointure avec Django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4114800" cy="493776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38528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938528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produit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32304"/>
            <a:ext cx="411480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32304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432304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/ Miel / Fromages / 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4114800" cy="493776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26080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2926080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FCFA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19856"/>
            <a:ext cx="411480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19856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3419856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Decremente a chaque commande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13632"/>
            <a:ext cx="4114800" cy="493776"/>
          </a:xfrm>
          <a:prstGeom prst="rect">
            <a:avLst/>
          </a:prstGeom>
          <a:solidFill>
            <a:srgbClr val="F2F4F8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1363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3913632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Sous-document FLEXIBLE (varie selon type)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« commandes 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444752"/>
            <a:ext cx="411480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444752"/>
            <a:ext cx="1234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{ }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1444752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email, telephone, region, commune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1837944"/>
            <a:ext cx="4114800" cy="39319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837944"/>
            <a:ext cx="1234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0" y="1837944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ISODate — horodatage UTC automatique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231136"/>
            <a:ext cx="411480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231136"/>
            <a:ext cx="1234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articles [ 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35040" y="223113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embarque des produits commandes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624328"/>
            <a:ext cx="4114800" cy="39319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624328"/>
            <a:ext cx="1234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produit_id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35040" y="2624328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vers produits.id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411480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017520"/>
            <a:ext cx="1234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35040" y="3017520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d'unites commandees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410712"/>
            <a:ext cx="4114800" cy="39319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410712"/>
            <a:ext cx="1234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prix_unit.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35040" y="3410712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au moment de la commande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803904"/>
            <a:ext cx="411480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803904"/>
            <a:ext cx="1234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35040" y="3803904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confirmee / en cours / livre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197096"/>
            <a:ext cx="4114800" cy="39319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197096"/>
            <a:ext cx="1234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035040" y="419709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total en FCFA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Développement de l'Application Django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212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D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projet, connexion MongoDB et requetes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88289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&amp;  GAYE Ndeye Fary   |   AGROTIC - USSEIN   |   Encadrant : M. DIOP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0" y="4882896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4023360" cy="3310128"/>
          </a:xfrm>
          <a:prstGeom prst="rect">
            <a:avLst/>
          </a:prstGeom>
          <a:solidFill>
            <a:srgbClr val="F8FAFC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7099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19568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mongo.py       # Connexion PyMongo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203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seed.py         # 15 produits senegalais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queries.py     # Requetes et agregations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commande_auto.py # 1 cmd/minute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944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shop/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191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models.py      # Produit, Commande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438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views.py       # Vues + double enreg.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685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signals.py     # Sync Admin -&gt; MongoDB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apps.py        # Activation signals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178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docker-compose.yml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425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Dockerfile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107899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Requetes MongoDB cles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de stock (stock &lt; 5)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691640"/>
            <a:ext cx="4114800" cy="233172"/>
          </a:xfrm>
          <a:prstGeom prst="rect">
            <a:avLst/>
          </a:prstGeom>
          <a:solidFill>
            <a:srgbClr val="F0F4FB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709928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db.produits.find({ 'stock': {'$lt': 5} })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034540"/>
            <a:ext cx="41148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0345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par categorie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308860"/>
            <a:ext cx="4114800" cy="1865376"/>
          </a:xfrm>
          <a:prstGeom prst="rect">
            <a:avLst/>
          </a:prstGeom>
          <a:solidFill>
            <a:srgbClr val="F0F4FB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327148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db.commandes.aggregate([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560320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{'$unwind':'$articles'},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793492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{'$group':{'_id':'$articles.categorie',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3026664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'total':{'$sum':{'$multiply':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259836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['$articles.prix_unitaire',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493008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'$articles.quantite']}}}},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726180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{'$sort':{'total':-1}}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3959352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4283964"/>
            <a:ext cx="41148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2839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Decrementer le stock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4558284"/>
            <a:ext cx="4114800" cy="932688"/>
          </a:xfrm>
          <a:prstGeom prst="rect">
            <a:avLst/>
          </a:prstGeom>
          <a:solidFill>
            <a:srgbClr val="F0F4FB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576572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db.produits.update_one(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809744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{'id': produit_id},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5042916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{'$inc': {'stock': -quantite}}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5276088"/>
            <a:ext cx="39319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Synchronisation Admin Django et MongoDB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212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D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Django — coherence automatique entre SQLite et MongoDB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88289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&amp;  GAYE Ndeye Fary   |   AGROTIC - USSEIN   |   Encadrant : M. DIOP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0" y="4882896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F2F4F8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789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Django (SQLite)  --[post_save]--&gt;  MongoDB     |     Commande site  --&gt;  MongoDB  +  Django Admin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de synchronisation (shop/signals.py)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4114800" cy="2651760"/>
          </a:xfrm>
          <a:prstGeom prst="rect">
            <a:avLst/>
          </a:prstGeom>
          <a:solidFill>
            <a:srgbClr val="F8FAFC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2140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@receiver(post_save, sender=Produit)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75488" y="228142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sync_to_mongo(sender, instance,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75488" y="244144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created, **kwargs):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75488" y="260146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 = get_produits()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75488" y="276148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created: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75488" y="292150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col.insert_one(doc)   # INSERT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75488" y="308152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75488" y="324154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col.update_one(       # UPDATE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75488" y="340156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{'id': instance.id},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75488" y="356158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{'$set': {champs}}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75488" y="372160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75488" y="388162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75488" y="404164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@receiver(post_delete, sender=Produit)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5488" y="420166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delete_from_mongo(sender,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5488" y="436168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instance, **kwargs):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75488" y="452170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col.delete_one({'id': instance.id})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709160" y="173736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enregistrement des commandes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084832"/>
            <a:ext cx="41148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08483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20640" y="2084832"/>
            <a:ext cx="3657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0848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valide la commande sur le site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560320"/>
            <a:ext cx="41148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5603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120640" y="2560320"/>
            <a:ext cx="365760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25603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verifier() parse le panier JSON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3035808"/>
            <a:ext cx="41148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03580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20640" y="3035808"/>
            <a:ext cx="3657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30358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 stock dans MongoDB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9160" y="3511296"/>
            <a:ext cx="41148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51129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120640" y="3511296"/>
            <a:ext cx="365760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351129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insert_one() dans collection commandes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09160" y="3986784"/>
            <a:ext cx="41148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398678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120640" y="3986784"/>
            <a:ext cx="3657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398678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Commande.objects.create() dans SQLite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09160" y="4462272"/>
            <a:ext cx="41148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46227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120640" y="4462272"/>
            <a:ext cx="3657600" cy="47548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0368" y="446227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visible dans Admin Django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Interface Utilisateur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212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D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— Bootstrap 5 / jQuery / panier localStorage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88289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&amp;  GAYE Ndeye Fary   |   AGROTIC - USSEIN   |   Encadrant : M. DIOP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0" y="4882896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13716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78992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1078992"/>
            <a:ext cx="36576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1078992"/>
            <a:ext cx="3511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078992"/>
            <a:ext cx="374904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8112" y="1078992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Fonctionnalite cle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463040"/>
            <a:ext cx="1371600" cy="52120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463040"/>
            <a:ext cx="1225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1463040"/>
            <a:ext cx="3657600" cy="52120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1463040"/>
            <a:ext cx="3511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produits — grille 4/page, recherche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1463040"/>
            <a:ext cx="3749040" cy="52120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1463040"/>
            <a:ext cx="3602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panier temps reel (localStorage)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984248"/>
            <a:ext cx="1371600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1984248"/>
            <a:ext cx="1225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detail.html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1984248"/>
            <a:ext cx="3657600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1984248"/>
            <a:ext cx="3511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produit — image, prix, attributs MongoDB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1984248"/>
            <a:ext cx="3749040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1984248"/>
            <a:ext cx="3602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Selecteur quantite +/- avec mise a jour panier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505456"/>
            <a:ext cx="1371600" cy="52120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505456"/>
            <a:ext cx="1225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verifier.html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37360" y="2505456"/>
            <a:ext cx="3657600" cy="52120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10512" y="2505456"/>
            <a:ext cx="3511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Recapitulatif panier + formulaire livraison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2505456"/>
            <a:ext cx="3749040" cy="52120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2505456"/>
            <a:ext cx="3602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regions du Senegal — double enregistrement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026664"/>
            <a:ext cx="1371600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026664"/>
            <a:ext cx="1225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confirmation.html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737360" y="3026664"/>
            <a:ext cx="3657600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10512" y="3026664"/>
            <a:ext cx="3511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confirmation apres validation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94960" y="3026664"/>
            <a:ext cx="3749040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68112" y="3026664"/>
            <a:ext cx="3602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du nom via session Django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547872"/>
            <a:ext cx="1371600" cy="52120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547872"/>
            <a:ext cx="1225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Django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737360" y="3547872"/>
            <a:ext cx="3657600" cy="52120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10512" y="3547872"/>
            <a:ext cx="351129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produits, categories, commandes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94960" y="3547872"/>
            <a:ext cx="3749040" cy="521208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68112" y="3547872"/>
            <a:ext cx="3602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uploadees + sync via signals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114800"/>
            <a:ext cx="4114800" cy="658368"/>
          </a:xfrm>
          <a:prstGeom prst="rect">
            <a:avLst/>
          </a:prstGeom>
          <a:solidFill>
            <a:srgbClr val="F8F9FC"/>
          </a:solidFill>
          <a:ln w="19050">
            <a:solidFill>
              <a:srgbClr val="D0D5DF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57200" y="41879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 — Page d'accueil : catalogue produits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480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à insérer ]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4114800"/>
            <a:ext cx="4114800" cy="658368"/>
          </a:xfrm>
          <a:prstGeom prst="rect">
            <a:avLst/>
          </a:prstGeom>
          <a:solidFill>
            <a:srgbClr val="F8F9FC"/>
          </a:solidFill>
          <a:ln w="19050">
            <a:solidFill>
              <a:srgbClr val="D0D5DF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754880" y="41879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B — Page de finalisation de commande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4480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à insérer ]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Tests et Résultats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212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D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Seed, simulation automatique, agregations, admin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88289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&amp;  GAYE Ndeye Fary   |   AGROTIC - USSEIN   |   Encadrant : M. DIOP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0" y="4882896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1920240" cy="1188720"/>
          </a:xfrm>
          <a:prstGeom prst="rect">
            <a:avLst/>
          </a:prstGeom>
          <a:solidFill>
            <a:srgbClr val="1F3864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155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senegalais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87168" y="1078992"/>
            <a:ext cx="1920240" cy="1188720"/>
          </a:xfrm>
          <a:prstGeom prst="rect">
            <a:avLst/>
          </a:prstGeom>
          <a:solidFill>
            <a:srgbClr val="F2F4F8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1155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1/min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87168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1078992"/>
            <a:ext cx="1920240" cy="1188720"/>
          </a:xfrm>
          <a:prstGeom prst="rect">
            <a:avLst/>
          </a:prstGeom>
          <a:solidFill>
            <a:srgbClr val="1F3864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1155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BD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08576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sync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9984" y="1078992"/>
            <a:ext cx="1920240" cy="1188720"/>
          </a:xfrm>
          <a:prstGeom prst="rect">
            <a:avLst/>
          </a:prstGeom>
          <a:solidFill>
            <a:srgbClr val="F2F4F8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1155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29984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produits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3957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de demarrage 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06624"/>
            <a:ext cx="8412480" cy="960120"/>
          </a:xfrm>
          <a:prstGeom prst="rect">
            <a:avLst/>
          </a:prstGeom>
          <a:solidFill>
            <a:srgbClr val="F8FAFC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4320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exec web python manage.py migrate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04495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exec web python manage.py seed_mongo      # Insere les 15 produits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34670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exec web python manage.py simulate_orders # 1 commande/minute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67328"/>
            <a:ext cx="8412480" cy="914400"/>
          </a:xfrm>
          <a:prstGeom prst="rect">
            <a:avLst/>
          </a:prstGeom>
          <a:solidFill>
            <a:srgbClr val="F8F9FC"/>
          </a:solidFill>
          <a:ln w="19050">
            <a:solidFill>
              <a:srgbClr val="D0D5D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57200" y="396849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C — Terminal : execution seed_mongo et simulate_orders  |  Figure D — Admin Django : commandes enregistrees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à insérer ]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Difficultés, Solutions et 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88289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GUEYE Moustapha  &amp;  GAYE Ndeye Fary   |   AGROTIC - USSEIN   |   Encadrant : M. DIOP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0" y="4882896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2377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789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 rencontree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0" y="1078992"/>
            <a:ext cx="246888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078992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078992"/>
            <a:ext cx="39319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078992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apportee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426464"/>
            <a:ext cx="2377440" cy="43891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426464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Django incompatible MongoDB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1426464"/>
            <a:ext cx="2468880" cy="43891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1426464"/>
            <a:ext cx="2322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SQL uniquement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1426464"/>
            <a:ext cx="3931920" cy="43891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426464"/>
            <a:ext cx="3785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 direct + wrappers ProduitMongo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865376"/>
            <a:ext cx="23774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86537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absentes sur le site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0" y="1865376"/>
            <a:ext cx="24688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1865376"/>
            <a:ext cx="2322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stocke image vide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1865376"/>
            <a:ext cx="39319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865376"/>
            <a:ext cx="3785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par id -&gt; image Django admin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304288"/>
            <a:ext cx="2377440" cy="43891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30428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hors admin Django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0" y="2304288"/>
            <a:ext cx="2468880" cy="43891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2304288"/>
            <a:ext cx="2322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enregistrement absent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2304288"/>
            <a:ext cx="3931920" cy="438912"/>
          </a:xfrm>
          <a:prstGeom prst="rect">
            <a:avLst/>
          </a:prstGeom>
          <a:solidFill>
            <a:srgbClr val="EAF0FA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2304288"/>
            <a:ext cx="3785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Commande.objects.create() dans verifier()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743200"/>
            <a:ext cx="23774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743200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admin != site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0" y="2743200"/>
            <a:ext cx="24688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16352" y="2743200"/>
            <a:ext cx="2322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sync admin -&gt; MongoDB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2743200"/>
            <a:ext cx="39319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85232" y="2743200"/>
            <a:ext cx="3785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post_save -&gt; insert_one/update_one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54864" cy="1508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2461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3566160"/>
            <a:ext cx="50292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a permis de combiner Django, MongoDB et Docker pour repondre a un besoin concret du secteur agricole senegalais. L'architecture hybride SQLite/MongoDB, la synchronisation via les signals Django et le double enregistrement des commandes constituent les apports techniques majeurs de ce travail.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60720" y="32461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358444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Paiement mobile (Wave, Orange Money)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60720" y="391363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Tableau de bord analytique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0" y="42428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Notifications SMS / email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60720" y="45720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Application mobile compagnon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1434</Words>
  <Application>Microsoft Office PowerPoint</Application>
  <PresentationFormat>Affichage à l'écran (16:9)</PresentationFormat>
  <Paragraphs>244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Boutique Terroir Local — Projet E-Commerce</dc:title>
  <dc:subject>Rapport de Projet — AGROTIC — USSEIN</dc:subject>
  <dc:creator>GUEYE Moustapha &amp; GAYE Ndeye Fary</dc:creator>
  <cp:lastModifiedBy>moustapha gueye</cp:lastModifiedBy>
  <cp:revision>1</cp:revision>
  <dcterms:created xsi:type="dcterms:W3CDTF">2026-04-18T13:09:51Z</dcterms:created>
  <dcterms:modified xsi:type="dcterms:W3CDTF">2026-04-18T13:47:18Z</dcterms:modified>
</cp:coreProperties>
</file>